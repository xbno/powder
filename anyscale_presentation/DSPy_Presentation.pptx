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DSPy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LLM Optimization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could optimize prompts like you optimize model weights?</a:t>
            </a:r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228600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 Counihan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Anyscale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6128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93192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engineering breaks down at scale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7680960" cy="9144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160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DSPy's Approach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3192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what you want, let the system figure out how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2468880"/>
            <a:ext cx="7680960" cy="9144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7160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93192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 recommendation app — from problem to optimized pipeline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3200400"/>
            <a:ext cx="7680960" cy="9144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" y="335584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716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Lessons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93192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optimizer discovered that humans missed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31520" y="3931920"/>
            <a:ext cx="7680960" cy="9144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7160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9319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teams building with LLMs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pause for questions after each section — please jump in anytime.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Doesn't Scale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break when you change models, add data, or hit edge cases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8348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know if your prompt is getting better or worse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74320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7432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012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LLM features means 10 separate manual tuning loops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74320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74320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Cycle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83480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→ test → read output → tweak → repeat forever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you have had to rewrite prompts after switching LLM providers?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DSPy: Declare What, Not How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hand-writing prompts, you describe your task and let DSPy find the best prompt automatically.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05740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05740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Manual Prompt Engineering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long, fragile prompt by hand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on a few examples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output, guess what to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model and task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05740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05740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DSPy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task: "text in → label out"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labeled examples of good output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tests many prompt variants automatically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best one — measurably better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B6D4"/>
                </a:solidFill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Optimizer Works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A/B testing for prompts, at scale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920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correct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 pairs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744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651760" y="2103120"/>
            <a:ext cx="1920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889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8892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different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0" y="14173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46320" y="2103120"/>
            <a:ext cx="1920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983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8348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 against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examples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6656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680960" y="14173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040880" y="2103120"/>
            <a:ext cx="1920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1780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17804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best, creates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variants, repeats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371600" y="3886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discovers edge cases and fixes you'd never think to write instructions for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approach before we look at a real example?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I Ski Today?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App: Powder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0116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mountains with variable conditions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snow, temperature, wind all change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preferences (pass type, distance, skill)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 for a human to track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37160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2064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+ date + location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283464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834640"/>
            <a:ext cx="54864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20640" y="3337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recommendations with scores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and cons for each mountain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Skip-day detection when conditions are poor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steps, each independently optimizable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19659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54480"/>
            <a:ext cx="19659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Query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wants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60320" y="1554480"/>
            <a:ext cx="19659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55448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2286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weather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snow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mountain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2628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754880" y="1554480"/>
            <a:ext cx="19659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0" y="2286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based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factors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20840" y="21945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949440" y="1554480"/>
            <a:ext cx="19659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49440" y="1554480"/>
            <a:ext cx="1965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40880" y="22860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reasoning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3977640"/>
            <a:ext cx="3657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8016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can be optimized separately — like tuning individual instruments in an orchestra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754880" y="3977640"/>
            <a:ext cx="384048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114800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0352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controllable than a single agent — you can see and fix exactly where things go wrong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0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Optimizer Discovered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430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a human might eventually find, but the system found systematically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Optimizer Learned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output values broke the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to explicitly forbid bad values in its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temps misclassified as decent skiing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Learned: 38°F + no fresh snow = poor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mountains recommended over large 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Learned: small vertical (240ft) limits the 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too positive about mediocre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Learned: a 65/100 day is not "good" — be honest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kinds of nuances that usually take weeks of user feedback to surface.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41.7%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383280" y="11887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B6D4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93192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93.8%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583680" y="1234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2057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 matches the correct answer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Pick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All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9260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measurable metrics — no subjective judging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42900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65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labeled examples for training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93192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465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held-out examples for testing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28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Anyscale Customers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00584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612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Portability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4720" y="1051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re-optimize when switching models — reduces lock-in friction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178308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385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 Scale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47472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optimization across data-heavy workloads that drive renewals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256032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157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Adoption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347472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barrier for teams adopting LLMs — engineers write Python, not prompts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1520" y="333756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333756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9300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474720" y="3383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pipelines are a natural fit for agentic workflows on Ray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31520" y="4251960"/>
            <a:ext cx="768096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7315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discuss how this thinking applies to your customers' LLM workloads — and where I can help.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457200"/>
            <a:ext cx="5486400" cy="54864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 Counihan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counihan.g@gmail.com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DSPy: Programmatic LLM Optimization</dc:title>
  <dc:subject>PptxGenJS Presentation</dc:subject>
  <dc:creator>Geoff Counihan</dc:creator>
  <cp:lastModifiedBy>Geoff Counihan</cp:lastModifiedBy>
  <cp:revision>1</cp:revision>
  <dcterms:created xsi:type="dcterms:W3CDTF">2026-03-09T19:54:15Z</dcterms:created>
  <dcterms:modified xsi:type="dcterms:W3CDTF">2026-03-09T19:54:15Z</dcterms:modified>
</cp:coreProperties>
</file>